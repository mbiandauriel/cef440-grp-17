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137160"/>
            <a:ext cx="128016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1371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B4A"/>
                </a:solidFill>
              </a:rPr>
              <a:t>UB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CAFAD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Fault Diagnosis Mobile Application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CEF440: Internet Programming and Mobile Programming  |  Final Report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38328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14A8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17  |  University of Buea  |  Department of Computer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CHEWACHONG LARY CHE  ·  KWIDJA MBIANDA MARC URIEL  ·  LEKE BRIAN BECHEM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SUME ETONE NZUONKELLE  ·  TAMBONG ELVIRA ETCHI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NKEMENI Valery  |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7160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56032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5146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374904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703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11887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66360" y="137160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06440" y="1325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 &amp; Design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237744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66360" y="256032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06440" y="25146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Results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0" y="356616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66360" y="374904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06440" y="3703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Introduction &amp; Background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vehicles are equipped with ECUs and sensors monitoring performance continuously. Yet fault diagnosis remains costly and inaccessible to many owners.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and AI enable intelligent, user-friendly solutions. Mobile apps can assist owners in monitoring vehicle health, interpreting diagnostic data, and accessing maintenance services.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– CAFAD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cross-platform mobile application for diagnosing common vehicle faults, managing vehicle info, and connecting owners with mechanics and parts sellers.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0" y="1051560"/>
            <a:ext cx="3200400" cy="3840480"/>
          </a:xfrm>
          <a:prstGeom prst="roundRect">
            <a:avLst>
              <a:gd name="adj" fmla="val 2857"/>
            </a:avLst>
          </a:prstGeom>
          <a:solidFill>
            <a:srgbClr val="E2E8F0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0" y="1051560"/>
            <a:ext cx="3200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App Screenshot / Overview Diagram 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Problem Statement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owners cannot identify faults early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OBD-II requires specialist devices &amp; expertise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lack integrated, user-friendly support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combining diagnosis, history, and service access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481328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app for fault diagnosis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symptom-based diagnosis module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multi-role user authentication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diagnosis history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chat &amp; mechanics directory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8F4F8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(Android/iOS)  ·  PostgreSQL via Supabase  ·  Symptom-based diagnosis (no direct OBD-II)  ·  Vehicle owners, mechanics, parts sellers, administrators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Literature Review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65176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Fault Diagnosis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→ Computer-assisted → Intelligent AI-based diagnosis using expert systems, ML, NLP.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265176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OBD-II Standard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4173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ECU-based DTCs (P/B/C/U codes). Standardized scanner interface since mid-1990s.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051560"/>
            <a:ext cx="265176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Diagnostic Apps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4173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OBD-II scanner apps, cloud maintenance trackers. Many require external hardware.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265176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26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Diagnostics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systems, CNN for vibration data, NLP chatbots for user interaction.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26080"/>
            <a:ext cx="265176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926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&amp; PostgreSQL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2918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cross-platform SDK. PostgreSQL: MVCC, ACID, role-based security.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292608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926080"/>
            <a:ext cx="265176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926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&amp; Agile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32918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sprints: requirements → design → implement → test → refine.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System Architecture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Architecture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 (client) communicates with a Supabase backend over HTTPS.
</a:t>
            </a:r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 Owner   • Mechanic
• Parts Seller   • Administrator
</a:t>
            </a:r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→ Business Logic → Data (PostgreSQL)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89120" y="1051560"/>
            <a:ext cx="4389120" cy="3840480"/>
          </a:xfrm>
          <a:prstGeom prst="roundRect">
            <a:avLst>
              <a:gd name="adj" fmla="val 2381"/>
            </a:avLst>
          </a:prstGeom>
          <a:solidFill>
            <a:srgbClr val="E2E8F0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0" y="1051560"/>
            <a:ext cx="43891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Figure 3.1: System Overview Diagram 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UML Diagrams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0F4F8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Use Case Diagram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 3.5) 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0F4F8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05156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Activity Diagram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 3.6)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0F4F8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01752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Sequence Diagram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 3.7–3.9) 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0175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0F4F8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301752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Class Diagram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 3.10) 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Database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Database Entities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6304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(owners, mechanics, sellers, admin)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2996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96896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59689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&amp; Symptoms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63824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16382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 Profiles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30752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73075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Sellers Profiles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29768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05156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E2E8F0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05156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ERD / Entity Relationship Diagram 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65960" y="105156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UI framework (Android &amp; iOS from single codebase)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19072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1907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65960" y="171907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logic, state management, navigation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86584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86584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8658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2386584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Backend-as-a-Service: Auth, storage, REST API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054096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054096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5409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65960" y="3054096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(MVCC, ACID, role-based security)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21608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721608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2160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65960" y="3721608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— separates UI from business logic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389120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38912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38912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65960" y="438912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navigation between screens and modules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App Screens: Authentication &amp;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E2E8F0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Splash Screen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 4.12) 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Screen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E2E8F0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05840"/>
            <a:ext cx="1920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Login Screen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 4.13) 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E2E8F0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05840"/>
            <a:ext cx="1920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Registration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 4.14)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100584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E2E8F0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05840"/>
            <a:ext cx="1920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 4.15) 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2084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App Screens: Core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Vehicle Management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 4.16) 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Management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05840"/>
            <a:ext cx="1920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Symptom Selection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 4.17) 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Selection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05840"/>
            <a:ext cx="1920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Diagnosis Results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 4.18)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Results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100584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05840"/>
            <a:ext cx="1920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AI Chat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 4.19) 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2084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App Screens: History, Directories &amp; Admin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E2E8F0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Diagnosis History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 4.20) 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History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E2E8F0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05840"/>
            <a:ext cx="1920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Mechanics Directory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 4.21) 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 Directory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E2E8F0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05840"/>
            <a:ext cx="1920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Parts Sellers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 4.22)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Sellers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100584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E2E8F0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05840"/>
            <a:ext cx="1920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Admin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 4.24) 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2084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Evaluation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Evaluation Summary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474720"/>
                <a:gridCol w="164592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Registration &amp; Authentication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login, role-based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Register, update, delete vehicles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Diagnosis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Symptom-based results &amp; recommendations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Chat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language vehicle guidance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&amp; retrievable past diagnoses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Mechanics / Parts Directories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 &amp; contact service providers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Administrator Functions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&amp; system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Conclusion &amp; Further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CAFAD successfully meets all defined objectives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performance across all modules during testing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how Flutter + AI + PostgreSQL solve real-world problems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platform for non-technical vehicle owners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Works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3840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OBD-II integration for real-time diagnostics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 models for smarter diagnosis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diagnostic capability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mechanic &amp; parts recommendations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FF3C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93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67912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accuracy depends on quality of user-reported symptoms  ·  Requires internet for AI chat &amp; backend  ·  Directory usefulness grows with user base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CEF440: Internet Programming and Mobile Programming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880360"/>
            <a:ext cx="2743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3108960"/>
            <a:ext cx="640080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14A8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17 — University of Buea, Faculty of Engineering and Technology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3566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CHEWACHONG LARY CHE  ·  KWIDJA MBIANDA MARC URIEL  ·  LEKE BRIAN BECHEM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SUME ETONE NZUONKELLE  ·  TAMBONG ELVIRA ETCHI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NKEMENI Valery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CAFAD Final Report - Group 17</dc:title>
  <dc:subject>PptxGenJS Presentation</dc:subject>
  <dc:creator>PptxGenJS</dc:creator>
  <cp:lastModifiedBy>PptxGenJS</cp:lastModifiedBy>
  <cp:revision>1</cp:revision>
  <dcterms:created xsi:type="dcterms:W3CDTF">2026-07-04T09:28:41Z</dcterms:created>
  <dcterms:modified xsi:type="dcterms:W3CDTF">2026-07-04T09:28:41Z</dcterms:modified>
</cp:coreProperties>
</file>